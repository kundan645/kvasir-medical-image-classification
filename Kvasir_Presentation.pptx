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normal-pylorus</c:v>
                  </c:pt>
                  <c:pt idx="1">
                    <c:v>normal-cecum</c:v>
                  </c:pt>
                  <c:pt idx="2">
                    <c:v>ulc-colitis</c:v>
                  </c:pt>
                  <c:pt idx="3">
                    <c:v>dyed-resection</c:v>
                  </c:pt>
                  <c:pt idx="4">
                    <c:v>polyps</c:v>
                  </c:pt>
                  <c:pt idx="5">
                    <c:v>dyed-lifted</c:v>
                  </c:pt>
                  <c:pt idx="6">
                    <c:v>esophagitis</c:v>
                  </c:pt>
                  <c:pt idx="7">
                    <c:v>normal-z-line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0.96</c:v>
                </c:pt>
                <c:pt idx="1">
                  <c:v>0.9</c:v>
                </c:pt>
                <c:pt idx="2">
                  <c:v>0.9</c:v>
                </c:pt>
                <c:pt idx="3">
                  <c:v>0.83</c:v>
                </c:pt>
                <c:pt idx="4">
                  <c:v>0.82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CLASSIFICATION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Kvasir Dataset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Transfer Learning with MobileNetV2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Kundan Ghate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ML  |  Vivekananda Global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NIAT Pune  | 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Kvasir Dataset?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labeled endoscopy images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GI tract procedures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images per class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disease / anatomy categories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benchmark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AI-assisted diagnosis research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201168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Polyps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960120"/>
            <a:ext cx="2011680" cy="640080"/>
          </a:xfrm>
          <a:prstGeom prst="rect">
            <a:avLst/>
          </a:prstGeom>
          <a:solidFill>
            <a:srgbClr val="E8FDF5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Esophagitis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64792"/>
            <a:ext cx="201168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856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Normal Cecum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764792"/>
            <a:ext cx="2011680" cy="640080"/>
          </a:xfrm>
          <a:prstGeom prst="rect">
            <a:avLst/>
          </a:prstGeom>
          <a:solidFill>
            <a:srgbClr val="E8FDF5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856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Normal Pylorus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9464"/>
            <a:ext cx="201168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660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Normal Z-Line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569464"/>
            <a:ext cx="2011680" cy="640080"/>
          </a:xfrm>
          <a:prstGeom prst="rect">
            <a:avLst/>
          </a:prstGeom>
          <a:solidFill>
            <a:srgbClr val="E8FDF5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2660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Ulcerative Colitis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74136"/>
            <a:ext cx="201168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4655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Dyed Lifted Polyps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374136"/>
            <a:ext cx="2011680" cy="640080"/>
          </a:xfrm>
          <a:prstGeom prst="rect">
            <a:avLst/>
          </a:prstGeom>
          <a:solidFill>
            <a:srgbClr val="E8FDF5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34655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Dyed Resection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Aim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an AI model that looks at an endoscopy image and automatically identifies what disease or condition it shows — with high accuracy."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560320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87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Classify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types of GI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conditions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560320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87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Transfer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MobileNetV2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2560320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487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Real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doctors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diagnosis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How We Built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332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 images 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val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5176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332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033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zoom, flip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overfitting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65176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332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1033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pretrained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2999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Dense + Dropout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 layers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65176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999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2999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611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834640"/>
            <a:ext cx="265176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999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2999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611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Transfer Learning?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Simple Analogy: A doctor who already knows general medicine (ImageNet) — we just teach them GI tract specialization (Kvasir)!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023360" cy="265176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40233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47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Transfer Learning 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millions of weights from scratch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huge dataset (100k+ images)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days to train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poor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4023360" cy="265176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920240"/>
            <a:ext cx="402336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47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Transfer Learning 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48716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ImageNet pretrained weights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only 8,000 images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15-20 minutes on GPU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84%+ accuracy achieved!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926080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6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383280" y="7772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160520"/>
            <a:ext cx="192024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trained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4160520"/>
            <a:ext cx="192024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50592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26864" y="4160520"/>
            <a:ext cx="192024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626864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images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03136" y="4160520"/>
            <a:ext cx="192024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03136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03136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20240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1920240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CNN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1920240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03136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computations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1920240" cy="169164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Visualization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2788920"/>
            <a:ext cx="1920240" cy="169164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50592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450592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50592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2788920"/>
            <a:ext cx="1920240" cy="169164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26864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26864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26864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2788920"/>
            <a:ext cx="1920240" cy="169164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03136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03136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03136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T4 GPU 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858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Medical AI Image Classifier on Kvasir dataset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Transfer Learning with MobileNetV2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84% validation accuracy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Pylorus identified with 96% F1-score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 assist doctors in GI disease diagnosis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to real-time video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Kundan Ghate  |  B.Tech AI &amp; ML  |  VGU  | 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Kvasir Medical Image Classification</dc:title>
  <dc:subject>PptxGenJS Presentation</dc:subject>
  <dc:creator>Kundan Ghate</dc:creator>
  <cp:lastModifiedBy>Kundan Ghate</cp:lastModifiedBy>
  <cp:revision>1</cp:revision>
  <dcterms:created xsi:type="dcterms:W3CDTF">2026-04-18T05:23:34Z</dcterms:created>
  <dcterms:modified xsi:type="dcterms:W3CDTF">2026-04-18T05:23:34Z</dcterms:modified>
</cp:coreProperties>
</file>